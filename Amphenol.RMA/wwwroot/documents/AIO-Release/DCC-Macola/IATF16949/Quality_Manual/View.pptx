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79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1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6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8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5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7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19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9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0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9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1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4C1DC-3C73-4947-A049-44AF263D3F9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BE54F-682A-42AC-BF15-4456F4FC1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56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 Corona</dc:creator>
  <cp:lastModifiedBy>Christian Corona</cp:lastModifiedBy>
  <cp:revision>2</cp:revision>
  <dcterms:created xsi:type="dcterms:W3CDTF">2021-10-20T16:00:01Z</dcterms:created>
  <dcterms:modified xsi:type="dcterms:W3CDTF">2021-10-20T22:16:15Z</dcterms:modified>
</cp:coreProperties>
</file>